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0" d="100"/>
          <a:sy n="30" d="100"/>
        </p:scale>
        <p:origin x="1522" y="35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46B3312-C52F-8407-E1C7-A4668A3B9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1200" y="4191000"/>
            <a:ext cx="6770158" cy="575803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279940-A47B-CB15-D0D9-7C31B843E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1" y="4442012"/>
            <a:ext cx="9677400" cy="29776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87208F2-094F-0C02-556E-E738C106C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8818371"/>
            <a:ext cx="9841035" cy="234509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62C707B-A742-7D40-A4E8-A353D16AB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9400" y="3733800"/>
            <a:ext cx="6214111" cy="58674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304800"/>
            <a:ext cx="24384000" cy="13716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D8A279-EBD8-D4CF-A944-860140AF6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3600" y="4876800"/>
            <a:ext cx="10013262" cy="54867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-152400"/>
            <a:ext cx="24384000" cy="13716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D194841-FDE2-1D5F-3FF2-D205E5E879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38" r="10494"/>
          <a:stretch>
            <a:fillRect/>
          </a:stretch>
        </p:blipFill>
        <p:spPr>
          <a:xfrm>
            <a:off x="9524999" y="5638800"/>
            <a:ext cx="11977389" cy="29671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F09BF32-E11C-4224-8E5F-70A7453A70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77"/>
          <a:stretch>
            <a:fillRect/>
          </a:stretch>
        </p:blipFill>
        <p:spPr>
          <a:xfrm>
            <a:off x="9982200" y="5791200"/>
            <a:ext cx="10234903" cy="29566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04C9487-A827-1601-1977-1C0678ABF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6477000"/>
            <a:ext cx="11724663" cy="29918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CasH4ruU~CKu"/>
  <p:tag name="LUCID-DOCUMENT" val="7ba598bd-9866-483a-a0b7-8782bc826b8b"/>
  <p:tag name="LUCID-UPDATE-TIME" val="17742168528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absHf4WtzRL9"/>
  <p:tag name="LUCID-DOCUMENT" val="7ba598bd-9866-483a-a0b7-8782bc826b8b"/>
  <p:tag name="LUCID-UPDATE-TIME" val="17742168528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ccsHBvUcVowi"/>
  <p:tag name="LUCID-DOCUMENT" val="7ba598bd-9866-483a-a0b7-8782bc826b8b"/>
  <p:tag name="LUCID-UPDATE-TIME" val="17742168528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adsHwFJNdV7t"/>
  <p:tag name="LUCID-DOCUMENT" val="7ba598bd-9866-483a-a0b7-8782bc826b8b"/>
  <p:tag name="LUCID-UPDATE-TIME" val="17742168528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xdsH2GUFYNBm"/>
  <p:tag name="LUCID-DOCUMENT" val="7ba598bd-9866-483a-a0b7-8782bc826b8b"/>
  <p:tag name="LUCID-UPDATE-TIME" val="177421685281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IdsH7JoitxDk"/>
  <p:tag name="LUCID-DOCUMENT" val="7ba598bd-9866-483a-a0b7-8782bc826b8b"/>
  <p:tag name="LUCID-UPDATE-TIME" val="17742168528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ZdsHG_abMtez"/>
  <p:tag name="LUCID-DOCUMENT" val="7ba598bd-9866-483a-a0b7-8782bc826b8b"/>
  <p:tag name="LUCID-UPDATE-TIME" val="17742168528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0</Words>
  <Application>Microsoft Office PowerPoint</Application>
  <PresentationFormat>Personalizado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Alejandro Tabarez Rodriguez</cp:lastModifiedBy>
  <cp:revision>3</cp:revision>
  <dcterms:created xsi:type="dcterms:W3CDTF">2006-08-16T00:00:00Z</dcterms:created>
  <dcterms:modified xsi:type="dcterms:W3CDTF">2026-03-24T23:07:49Z</dcterms:modified>
</cp:coreProperties>
</file>