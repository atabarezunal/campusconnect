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vPvJn6iECeJ4"/>
  <p:tag name="LUCID-DOCUMENT" val="7ba598bd-9866-483a-a0b7-8782bc826b8b"/>
  <p:tag name="LUCID-UPDATE-TIME" val="177480732889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XQvJ7z3jYJGt"/>
  <p:tag name="LUCID-DOCUMENT" val="7ba598bd-9866-483a-a0b7-8782bc826b8b"/>
  <p:tag name="LUCID-UPDATE-TIME" val="177480732889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BRvJ8FgkXtgA"/>
  <p:tag name="LUCID-DOCUMENT" val="7ba598bd-9866-483a-a0b7-8782bc826b8b"/>
  <p:tag name="LUCID-UPDATE-TIME" val="17748073288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bSvJ5wY_cS92"/>
  <p:tag name="LUCID-DOCUMENT" val="7ba598bd-9866-483a-a0b7-8782bc826b8b"/>
  <p:tag name="LUCID-UPDATE-TIME" val="177480732889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wSvJv0e0mEMT"/>
  <p:tag name="LUCID-DOCUMENT" val="7ba598bd-9866-483a-a0b7-8782bc826b8b"/>
  <p:tag name="LUCID-UPDATE-TIME" val="177480732889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JSvJwV_nvjqL"/>
  <p:tag name="LUCID-DOCUMENT" val="7ba598bd-9866-483a-a0b7-8782bc826b8b"/>
  <p:tag name="LUCID-UPDATE-TIME" val="177480732889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5SvJDi3QUVDA"/>
  <p:tag name="LUCID-DOCUMENT" val="7ba598bd-9866-483a-a0b7-8782bc826b8b"/>
  <p:tag name="LUCID-UPDATE-TIME" val="177480732889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fTvJLm-Q1a~V"/>
  <p:tag name="LUCID-DOCUMENT" val="7ba598bd-9866-483a-a0b7-8782bc826b8b"/>
  <p:tag name="LUCID-UPDATE-TIME" val="177480732889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KTvJb2zJrol-"/>
  <p:tag name="LUCID-DOCUMENT" val="7ba598bd-9866-483a-a0b7-8782bc826b8b"/>
  <p:tag name="LUCID-UPDATE-TIME" val="177480732889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XTvJOiGYKaYO"/>
  <p:tag name="LUCID-DOCUMENT" val="7ba598bd-9866-483a-a0b7-8782bc826b8b"/>
  <p:tag name="LUCID-UPDATE-TIME" val="177480732889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Alejandro Tabarez Rodriguez</cp:lastModifiedBy>
  <cp:revision>1</cp:revision>
  <dcterms:created xsi:type="dcterms:W3CDTF">2006-08-16T00:00:00Z</dcterms:created>
  <dcterms:modified xsi:type="dcterms:W3CDTF">2026-03-29T18:02:34Z</dcterms:modified>
</cp:coreProperties>
</file>